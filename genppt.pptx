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86DD7-FFA6-4556-B06F-67D012589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FDD64-EA39-46CB-AB11-783FB17DC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17824-21AF-4B43-A203-8EEF94946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AB8A3-7659-4065-A3EA-B23F0613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51804-4FEB-40C2-B0C4-56C03CC9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24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5B21-27FF-4402-8CC5-9E7EB260E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DDE9E-56B6-426F-A480-B2E35B5D4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83901-206D-4C01-B51A-4A71FE06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B4C10-F904-45B9-802A-FC9926A1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4F1B-EDF0-4AAB-BE79-24AB5086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116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2D405-B277-4C57-8179-EAF78E13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217A0-07B6-4E5B-859E-A462280D6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EDB37-EC1B-4394-B277-2B6179AF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1F415-902D-408B-B5F9-24869D230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EC7AA-56C3-4055-BC85-FD55AABD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73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9C4C6-7599-4BE8-8BAD-9F9171E2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A4BA1-A53A-4D2E-9856-26AFC3BA3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DD124-CF90-4EF4-AF55-9398812F1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D9C1D-D91E-4F6F-B22F-7BA5ACA1E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1805B-9146-4371-B364-0CB41EAD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25C4D-EFFB-4E94-99A0-B8504FFF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705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9156D-4168-4B3A-A049-4D202FD7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AF291-6467-4019-9AD1-992EC944F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D1DA6-5428-4995-AD56-1AED4551A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B9D808-660D-4102-86E0-EB98E0404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CC112-41A1-4B25-9D9F-992904E97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DFEABC-2148-4DA3-8C20-24B3CF6B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C6B90F-710B-46FD-9900-4B4D0113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EE196-02CD-4B6E-A386-E3CD0B65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551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3CA5-3429-4A28-A5B1-26BC980A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E4F6A-6E16-40AB-BED4-D84D6D9D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DDAFD-0A85-4A79-8273-3023A9321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0ACAAE-B3AB-4086-9DF3-EB821676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23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46EE37-602E-4CA9-9AF9-1C8F79CE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1001E-C85A-4BE3-A1DB-DDFCE77EF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59E24-2272-4855-BF04-3F9076D8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31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9B07-5D15-483F-ADB2-FA3777CC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C6EBE-15C7-44C9-8EE9-D09511958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A9286-DEC6-4895-AF10-21AFA9CA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FB676-B0E9-4DD0-BDD3-2F729B30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FF929-B14D-47A1-8A20-8F2FDB49A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858B9-A823-45B5-A6C2-ED4C216F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000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8F1F-6F58-4111-A80A-8936BED3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9926CE-E378-45C3-9C00-0EDA844E8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7DAFD-AC2F-435A-B9C6-304A5C898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F334E-687B-4948-BABA-16EBD8FF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B16E6-DD35-4042-9126-900CEFC7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B4B68-3F9C-4B96-8881-CAA0FC23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834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9822-AA68-429E-882A-01BC1864C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CFB21-E477-427A-87E0-9CB4DCAB1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B4EB-02FF-42A4-8A78-A43122FAC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4692D-524C-4D02-9AE5-B35F7BA9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3053F-8DE7-4B30-9B4C-3A965301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16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E354F-4E46-4C80-AAE0-8C58C0BCC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324A4-22A8-41FA-9DE6-2D328BA8C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2D138-6E5E-4318-93CA-863330E7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70AE2-3706-4AB1-B34D-28078471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2DC7B-97E5-41AC-B3BE-17EAE114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95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F50EF-EE98-4F25-8E9C-042322E01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60A2E-56E6-4036-9B59-D1632D274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9FB0F-62DA-4C1D-95F3-73938C6E2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D9418-F493-4B95-B6E0-EB8DD3C79F5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A3741-E80C-4EF0-BA8F-184F66EEF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C68AF-7A73-49A9-907D-713B552FA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E1DA4-65AF-4435-9EB6-407E0DCE2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77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F94D8F-2A02-4382-99C9-04EC275A5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3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7B1BBE-10D6-477A-A038-F84A60F4C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369" y="-80682"/>
            <a:ext cx="12473369" cy="693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51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BAE0C2-7BFF-419A-83C8-C37B6684B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808363" cy="7012302"/>
          </a:xfrm>
        </p:spPr>
      </p:pic>
    </p:spTree>
    <p:extLst>
      <p:ext uri="{BB962C8B-B14F-4D97-AF65-F5344CB8AC3E}">
        <p14:creationId xmlns:p14="http://schemas.microsoft.com/office/powerpoint/2010/main" val="2768628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0FAD44-D0DB-4C86-882F-1E9C1B715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" y="0"/>
            <a:ext cx="121855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59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E80236-7D89-423C-9852-95C7D0698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01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751489-DB62-4647-81EE-C397B56AF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81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AEE44B-AF78-4588-A9C9-27862D7DA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18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BB7E98-8A84-461C-AA32-1954B2115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2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KESHAV SHARMA</dc:creator>
  <cp:lastModifiedBy>KESHAV SHARMA</cp:lastModifiedBy>
  <cp:revision>1</cp:revision>
  <dcterms:created xsi:type="dcterms:W3CDTF">2025-11-22T16:06:00Z</dcterms:created>
  <dcterms:modified xsi:type="dcterms:W3CDTF">2025-11-22T16:08:16Z</dcterms:modified>
</cp:coreProperties>
</file>